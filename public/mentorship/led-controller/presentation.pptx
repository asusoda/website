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57" r:id="rId4"/>
    <p:sldId id="258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89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326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454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47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24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537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229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03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9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99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90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9420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235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2299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120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218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326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7BE32D9-653A-488F-B188-95B567EFB36B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587787B-137E-4118-818F-0101D7C25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79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1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DFC8-44E2-DD0F-3A9D-6FFAABCE6F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altLang="ko-KR" dirty="0"/>
              <a:t>LED strip controller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E0B7D-6AC3-C736-8A1E-3A9A46006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altLang="ko-KR" dirty="0"/>
              <a:t>Mentor: Journey Hancock</a:t>
            </a:r>
          </a:p>
          <a:p>
            <a:r>
              <a:rPr lang="en-AU" altLang="ko-KR" dirty="0"/>
              <a:t>Mentee: Millie Kim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3273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CD3F4-F9D3-E7E3-9430-65F2416D4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ko-KR" dirty="0"/>
              <a:t>What inspired me and how it is used</a:t>
            </a:r>
            <a:endParaRPr lang="ko-KR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4EBE1-7C32-86E9-BCA2-8950B23EE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ko-KR" dirty="0"/>
              <a:t>I was interested in learning how an LED strip controller (e.g. </a:t>
            </a:r>
            <a:r>
              <a:rPr lang="en-AU" altLang="ko-KR" dirty="0" err="1"/>
              <a:t>wled</a:t>
            </a:r>
            <a:r>
              <a:rPr lang="en-AU" altLang="ko-KR" dirty="0"/>
              <a:t>) works, and curious if I could build something similar to that.</a:t>
            </a:r>
          </a:p>
          <a:p>
            <a:r>
              <a:rPr lang="en-AU" altLang="ko-KR" dirty="0"/>
              <a:t>It can be controlled by a button on the website. The website allows you to control the LEDs in </a:t>
            </a:r>
            <a:r>
              <a:rPr lang="en-AU" altLang="ko-KR" dirty="0" err="1"/>
              <a:t>colors</a:t>
            </a:r>
            <a:r>
              <a:rPr lang="en-AU" altLang="ko-KR" dirty="0"/>
              <a:t> by clicking on the buttons. Since I already know web development, I wanted to see what can be integrated with a website.</a:t>
            </a:r>
          </a:p>
          <a:p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186247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7D72-F332-4147-B998-5D641766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ko-KR" dirty="0"/>
              <a:t>Languages and libraries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A6C06-3719-1986-09C2-57100A487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ko-KR" dirty="0"/>
              <a:t>ESP32 </a:t>
            </a:r>
            <a:r>
              <a:rPr lang="en-AU" altLang="ko-KR" dirty="0" err="1"/>
              <a:t>wroom</a:t>
            </a:r>
            <a:r>
              <a:rPr lang="en-AU" altLang="ko-KR" dirty="0"/>
              <a:t> microcontroller and ws2812b led strip.</a:t>
            </a:r>
          </a:p>
          <a:p>
            <a:pPr lvl="1"/>
            <a:r>
              <a:rPr lang="en-AU" altLang="ko-KR" dirty="0"/>
              <a:t>Esp32 can connect to </a:t>
            </a:r>
            <a:r>
              <a:rPr lang="en-AU" altLang="ko-KR" dirty="0" err="1"/>
              <a:t>wifi</a:t>
            </a:r>
            <a:r>
              <a:rPr lang="en-AU" altLang="ko-KR" dirty="0"/>
              <a:t> and ws2812b is the most basic yet powerful led strip with three R,G,B </a:t>
            </a:r>
            <a:r>
              <a:rPr lang="en-AU" altLang="ko-KR" dirty="0" err="1"/>
              <a:t>colors</a:t>
            </a:r>
            <a:r>
              <a:rPr lang="en-AU" altLang="ko-KR" dirty="0"/>
              <a:t>. I picked a 60leds/m and non-water proof one as the gap between </a:t>
            </a:r>
            <a:r>
              <a:rPr lang="en-AU" altLang="ko-KR" dirty="0" err="1"/>
              <a:t>leds</a:t>
            </a:r>
            <a:r>
              <a:rPr lang="en-AU" altLang="ko-KR" dirty="0"/>
              <a:t> are fair enough.</a:t>
            </a:r>
          </a:p>
          <a:p>
            <a:r>
              <a:rPr lang="en-AU" altLang="ko-KR" dirty="0" err="1"/>
              <a:t>esp-idf</a:t>
            </a:r>
            <a:r>
              <a:rPr lang="en-AU" altLang="ko-KR" dirty="0"/>
              <a:t>, which is a framework in C language.</a:t>
            </a:r>
          </a:p>
          <a:p>
            <a:pPr lvl="1"/>
            <a:r>
              <a:rPr lang="en-AU" altLang="ko-KR" dirty="0"/>
              <a:t>Initially going to use bare-metal C, but realized that it would take more time to understand everything, so I chose a framework that is in C so that I can further work in C without the framework.</a:t>
            </a:r>
          </a:p>
          <a:p>
            <a:r>
              <a:rPr lang="en-AU" altLang="ko-KR" dirty="0"/>
              <a:t>A </a:t>
            </a:r>
            <a:r>
              <a:rPr lang="en-AU" altLang="ko-KR" dirty="0" err="1"/>
              <a:t>led_strip.h</a:t>
            </a:r>
            <a:r>
              <a:rPr lang="en-AU" altLang="ko-KR" dirty="0"/>
              <a:t> folder downloaded separately to connect with the LED strip.</a:t>
            </a:r>
          </a:p>
          <a:p>
            <a:pPr lvl="1"/>
            <a:r>
              <a:rPr lang="en-AU" altLang="ko-KR" dirty="0"/>
              <a:t>The recent </a:t>
            </a:r>
            <a:r>
              <a:rPr lang="en-AU" altLang="ko-KR" dirty="0" err="1"/>
              <a:t>esp-idf</a:t>
            </a:r>
            <a:r>
              <a:rPr lang="en-AU" altLang="ko-KR" dirty="0"/>
              <a:t> didn’t come with the package, so I downloaded a folder, also created a </a:t>
            </a:r>
            <a:r>
              <a:rPr lang="en-AU" altLang="ko-KR" dirty="0" err="1"/>
              <a:t>led.h</a:t>
            </a:r>
            <a:r>
              <a:rPr lang="en-AU" altLang="ko-KR" dirty="0"/>
              <a:t> folder to #include.</a:t>
            </a:r>
          </a:p>
        </p:txBody>
      </p:sp>
    </p:spTree>
    <p:extLst>
      <p:ext uri="{BB962C8B-B14F-4D97-AF65-F5344CB8AC3E}">
        <p14:creationId xmlns:p14="http://schemas.microsoft.com/office/powerpoint/2010/main" val="152270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04AF-E3ED-C688-5D5D-11055865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ko-KR" dirty="0"/>
              <a:t>How my mentor helped me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43100-3C1D-F543-2C83-39EA63107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altLang="ko-KR" dirty="0"/>
              <a:t>My mentor provided initial ideas for an embedded project. He suggested an LED controller, thermometer, and network project, which helped me understand realistic options as a beginner for my first project.</a:t>
            </a:r>
          </a:p>
          <a:p>
            <a:r>
              <a:rPr lang="en-AU" altLang="ko-KR" dirty="0"/>
              <a:t>Helped me define the scope of the project: creating a toggle button system.</a:t>
            </a:r>
            <a:r>
              <a:rPr lang="ko-KR" altLang="en-US" dirty="0"/>
              <a:t> </a:t>
            </a:r>
            <a:r>
              <a:rPr lang="en-AU" altLang="ko-KR" dirty="0"/>
              <a:t>It was valuable because it was difficult to know how much I could do within the timeframe, as I didn’t have prior experience with an embedded project.</a:t>
            </a:r>
          </a:p>
          <a:p>
            <a:r>
              <a:rPr lang="en-AU" altLang="ko-KR" dirty="0"/>
              <a:t>Helped me get the hardware, which was helpful because there are variety of microcontrollers and LED strips out there, which is overwhelming.</a:t>
            </a:r>
          </a:p>
          <a:p>
            <a:r>
              <a:rPr lang="en-AU" altLang="ko-KR" dirty="0"/>
              <a:t>Helped me find why my computer didn’t recognize the microcontroller, assisting with the development whenever I have questions.</a:t>
            </a:r>
          </a:p>
          <a:p>
            <a:r>
              <a:rPr lang="en-US" altLang="ko-KR" dirty="0"/>
              <a:t>Got</a:t>
            </a:r>
            <a:r>
              <a:rPr lang="ko-KR" altLang="en-US" dirty="0"/>
              <a:t> </a:t>
            </a:r>
            <a:r>
              <a:rPr lang="en-AU" altLang="ko-KR" dirty="0"/>
              <a:t>advice that helped me when I was struggling to figure out what I could do better.</a:t>
            </a:r>
          </a:p>
        </p:txBody>
      </p:sp>
    </p:spTree>
    <p:extLst>
      <p:ext uri="{BB962C8B-B14F-4D97-AF65-F5344CB8AC3E}">
        <p14:creationId xmlns:p14="http://schemas.microsoft.com/office/powerpoint/2010/main" val="462685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A3DD-B69B-F1DF-C0CF-4E8725E46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ko-KR" dirty="0"/>
              <a:t>How the program benefited me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F51E5-F188-5325-4A1B-CD5520F15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ko-KR" dirty="0"/>
              <a:t>Learned how to connect everything: website – </a:t>
            </a:r>
            <a:r>
              <a:rPr lang="en-AU" altLang="ko-KR" dirty="0" err="1"/>
              <a:t>wifi</a:t>
            </a:r>
            <a:r>
              <a:rPr lang="en-AU" altLang="ko-KR" dirty="0"/>
              <a:t> – esp32 – led strip</a:t>
            </a:r>
          </a:p>
          <a:p>
            <a:r>
              <a:rPr lang="en-AU" altLang="ko-KR" dirty="0"/>
              <a:t>Learned the process of using </a:t>
            </a:r>
            <a:r>
              <a:rPr lang="en-AU" altLang="ko-KR" dirty="0" err="1"/>
              <a:t>esp-idf</a:t>
            </a:r>
            <a:r>
              <a:rPr lang="en-AU" altLang="ko-KR" dirty="0"/>
              <a:t>: build -&gt; flash -&gt; monitor</a:t>
            </a:r>
          </a:p>
          <a:p>
            <a:r>
              <a:rPr lang="en-AU" altLang="ko-KR" dirty="0"/>
              <a:t>Gained basic knowledge about a microcontroller, an electric circuit, and </a:t>
            </a:r>
            <a:r>
              <a:rPr lang="en-AU" altLang="ko-KR" dirty="0" err="1"/>
              <a:t>wifi</a:t>
            </a:r>
            <a:r>
              <a:rPr lang="en-AU" altLang="ko-KR" dirty="0"/>
              <a:t> settings along the way.</a:t>
            </a:r>
          </a:p>
          <a:p>
            <a:r>
              <a:rPr lang="en-AU" altLang="ko-KR" dirty="0"/>
              <a:t>Learned how to use the library packages required to set up the connection</a:t>
            </a:r>
          </a:p>
          <a:p>
            <a:endParaRPr lang="en-AU" altLang="ko-KR" dirty="0"/>
          </a:p>
          <a:p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1582418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A6DC3-85B1-89A5-93AE-4BD367C4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ko-KR" dirty="0"/>
              <a:t>Future plans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A260-0494-401A-FE96-0BD2707BE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ko-KR" dirty="0"/>
              <a:t>Learn how to code it in C without using the library.</a:t>
            </a:r>
          </a:p>
          <a:p>
            <a:r>
              <a:rPr lang="en-AU" altLang="ko-KR" dirty="0"/>
              <a:t>Include more diverse features, like having inputs to select the number of LEDs in a chosen </a:t>
            </a:r>
            <a:r>
              <a:rPr lang="en-AU" altLang="ko-KR" dirty="0" err="1"/>
              <a:t>color</a:t>
            </a:r>
            <a:r>
              <a:rPr lang="en-AU" altLang="ko-KR" dirty="0"/>
              <a:t>.</a:t>
            </a:r>
          </a:p>
          <a:p>
            <a:r>
              <a:rPr lang="en-AU" altLang="ko-KR" dirty="0"/>
              <a:t>Use the entire LEDs, since I’m only using 1/3 of them currently.</a:t>
            </a:r>
          </a:p>
          <a:p>
            <a:r>
              <a:rPr lang="en-AU" altLang="ko-KR" dirty="0"/>
              <a:t>Make the web interface prettier.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210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B87F-432D-89DC-D6CF-7D315337E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490" y="526276"/>
            <a:ext cx="6336091" cy="970450"/>
          </a:xfrm>
        </p:spPr>
        <p:txBody>
          <a:bodyPr/>
          <a:lstStyle/>
          <a:p>
            <a:r>
              <a:rPr lang="en-AU" altLang="ko-KR" dirty="0"/>
              <a:t>Working example</a:t>
            </a:r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EC29C0-DB11-3A37-E441-2D2B8A2595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13" r="18037" b="28730"/>
          <a:stretch>
            <a:fillRect/>
          </a:stretch>
        </p:blipFill>
        <p:spPr>
          <a:xfrm>
            <a:off x="540630" y="1553679"/>
            <a:ext cx="3363686" cy="46947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9275B9-EDBB-EB8E-2843-9D0C3F7FF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0143" y="804261"/>
            <a:ext cx="1782504" cy="14375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B34505-6E2D-4790-ADCF-99A293FF1167}"/>
              </a:ext>
            </a:extLst>
          </p:cNvPr>
          <p:cNvSpPr txBox="1"/>
          <p:nvPr/>
        </p:nvSpPr>
        <p:spPr>
          <a:xfrm>
            <a:off x="4144409" y="1496726"/>
            <a:ext cx="4662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https://github.com/mk8506/SoDa_LEDcontroller.git</a:t>
            </a:r>
            <a:endParaRPr lang="ko-KR" altLang="en-US" dirty="0"/>
          </a:p>
        </p:txBody>
      </p:sp>
      <p:pic>
        <p:nvPicPr>
          <p:cNvPr id="3" name="IMG_6491 (1)">
            <a:hlinkClick r:id="" action="ppaction://media"/>
            <a:extLst>
              <a:ext uri="{FF2B5EF4-FFF2-40B4-BE49-F238E27FC236}">
                <a16:creationId xmlns:a16="http://schemas.microsoft.com/office/drawing/2014/main" id="{3EB65F10-889E-CDB6-0D7B-B06E05AADDC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 rot="5400000">
            <a:off x="5734835" y="973912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4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171</TotalTime>
  <Words>519</Words>
  <Application>Microsoft Office PowerPoint</Application>
  <PresentationFormat>Widescreen</PresentationFormat>
  <Paragraphs>31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Calisto MT</vt:lpstr>
      <vt:lpstr>Wingdings 2</vt:lpstr>
      <vt:lpstr>Slate</vt:lpstr>
      <vt:lpstr>LED strip controller</vt:lpstr>
      <vt:lpstr>What inspired me and how it is used</vt:lpstr>
      <vt:lpstr>Languages and libraries</vt:lpstr>
      <vt:lpstr>How my mentor helped me</vt:lpstr>
      <vt:lpstr>How the program benefited me</vt:lpstr>
      <vt:lpstr>Future plans</vt:lpstr>
      <vt:lpstr>Working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민지 김</dc:creator>
  <cp:lastModifiedBy>민지 김</cp:lastModifiedBy>
  <cp:revision>19</cp:revision>
  <dcterms:created xsi:type="dcterms:W3CDTF">2025-11-18T18:55:03Z</dcterms:created>
  <dcterms:modified xsi:type="dcterms:W3CDTF">2025-11-19T19:23:23Z</dcterms:modified>
</cp:coreProperties>
</file>